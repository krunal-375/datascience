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5" r:id="rId3"/>
    <p:sldId id="263" r:id="rId4"/>
    <p:sldId id="257" r:id="rId5"/>
    <p:sldId id="261" r:id="rId6"/>
    <p:sldId id="258" r:id="rId7"/>
    <p:sldId id="260" r:id="rId8"/>
    <p:sldId id="259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9" r:id="rId23"/>
    <p:sldId id="280" r:id="rId24"/>
    <p:sldId id="282" r:id="rId25"/>
    <p:sldId id="288" r:id="rId26"/>
    <p:sldId id="290" r:id="rId27"/>
    <p:sldId id="291" r:id="rId28"/>
    <p:sldId id="293" r:id="rId29"/>
    <p:sldId id="295" r:id="rId30"/>
    <p:sldId id="296" r:id="rId31"/>
    <p:sldId id="297" r:id="rId32"/>
    <p:sldId id="298" r:id="rId33"/>
    <p:sldId id="300" r:id="rId34"/>
    <p:sldId id="301" r:id="rId35"/>
    <p:sldId id="302" r:id="rId36"/>
    <p:sldId id="303" r:id="rId37"/>
    <p:sldId id="30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375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0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32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83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493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03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12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3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31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47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24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3B745B-AF80-4877-9416-644099E1F065}" type="datetimeFigureOut">
              <a:rPr lang="en-IN" smtClean="0"/>
              <a:t>10-07-2025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4D830F-472C-4840-98C6-432F394FD15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14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AB7391-091B-DFF9-5A03-BD82107C0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872" y="1228059"/>
            <a:ext cx="9144000" cy="214194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04718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82" y="471296"/>
            <a:ext cx="11638018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3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A44BABDA-062B-D191-0BC7-71D957C94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9703" y="160481"/>
            <a:ext cx="9812594" cy="6537037"/>
          </a:xfrm>
        </p:spPr>
      </p:pic>
    </p:spTree>
    <p:extLst>
      <p:ext uri="{BB962C8B-B14F-4D97-AF65-F5344CB8AC3E}">
        <p14:creationId xmlns:p14="http://schemas.microsoft.com/office/powerpoint/2010/main" val="247101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99717638-59F1-1448-66AE-AFD6FF03BB37}"/>
              </a:ext>
            </a:extLst>
          </p:cNvPr>
          <p:cNvSpPr txBox="1"/>
          <p:nvPr/>
        </p:nvSpPr>
        <p:spPr>
          <a:xfrm>
            <a:off x="0" y="1"/>
            <a:ext cx="12192000" cy="800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Data Science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an interdisciplinary field that uses scientific methods, processes, algorithms, and systems to extract knowledge and insights from structured and unstructured data. It involves a combination of skills from various domains, including statistics, computer science, information technology, and domain expertise.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of Data Science: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Gathering raw data from various sources such as databases, web scraping, sensors, or manual entry.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Preparing the data by handling missing values, correcting errors, and ensuring consistency.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and Visualization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Analyzing data to understand its main characteristics, often using statistical graphics, plots, and information graphics.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Applying statistical and machine learning techniques to identify patterns, correlations, and insights. This may include regression analysis, classification, clustering, and more.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Developing predictive or descriptive models using algorithms and training them on data.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the findings and insights to stakeholders using visualizations, reports, and dashboards to inform decision-making.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the models in a production environment where they can be used for real-time predictions or decision support.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86B38F-4840-E009-FBAC-1CB0944E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888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Data Science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C461AD2-D98C-EB94-F17B-9B9C96A06B3A}"/>
              </a:ext>
            </a:extLst>
          </p:cNvPr>
          <p:cNvSpPr txBox="1"/>
          <p:nvPr/>
        </p:nvSpPr>
        <p:spPr>
          <a:xfrm>
            <a:off x="1130708" y="1701066"/>
            <a:ext cx="921282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Drives decision-making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business intelligence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predictive analytics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Facilitates automation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innovation </a:t>
            </a:r>
          </a:p>
        </p:txBody>
      </p:sp>
    </p:spTree>
    <p:extLst>
      <p:ext uri="{BB962C8B-B14F-4D97-AF65-F5344CB8AC3E}">
        <p14:creationId xmlns:p14="http://schemas.microsoft.com/office/powerpoint/2010/main" val="218083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8200B7-A4F0-1C84-8A45-6AC5465E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D560786-DD9F-9441-E1F5-166220437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7912" y="1287210"/>
            <a:ext cx="10118744" cy="4972673"/>
          </a:xfrm>
        </p:spPr>
      </p:pic>
    </p:spTree>
    <p:extLst>
      <p:ext uri="{BB962C8B-B14F-4D97-AF65-F5344CB8AC3E}">
        <p14:creationId xmlns:p14="http://schemas.microsoft.com/office/powerpoint/2010/main" val="30337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721378-FB95-E3B1-C63B-9AE2C8548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42703" cy="78524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7 Data Science Tools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509576B-2975-4A3D-B7D6-192745F64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58" y="1104580"/>
            <a:ext cx="6860915" cy="538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3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B5EAAB-AD6C-251E-8133-18D92669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3" y="191729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CBB08D-DD68-D4A2-05F5-4D53EAC96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1" y="1258529"/>
            <a:ext cx="5228303" cy="4711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Predictive diagnostics, personalized medicine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 Fraud detection, risk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Marketing: Customer segmentation, targeted advertising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Retail: Inventory optimization, customer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Recommendation systems, speech recognition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2B0F3E5-9F23-EE8B-3161-51206338F3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2" t="2724" r="10553" b="16846"/>
          <a:stretch/>
        </p:blipFill>
        <p:spPr>
          <a:xfrm>
            <a:off x="5761703" y="1150374"/>
            <a:ext cx="5692878" cy="551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74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CC87D5-DA04-8823-2189-CCC881DE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Case Studies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CBD105EB-00D5-E8C6-65CE-839CDE4D0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1653100"/>
            <a:ext cx="10695039" cy="280091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Healthcare - Predictive Diagnostics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Finance - Fraud Detection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- Customer Segmentation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- Inventory Optimization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5: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- Recommendation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45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AC8D50-67B8-FE5F-5304-25C5F27C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1: Healthcare - Predictive Diagnostics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418B062-810E-806E-F321-CB8923E404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9541" y="1997839"/>
            <a:ext cx="96233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High rates of readmission in hospitals.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Using data science to predict patient readmissions.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Data collection from electronic health records (EHRs).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Feature engineering to identify key predictors.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Machine learning models to predict readmission risk.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Reduced readmission rates by 20%, improved patient outcomes. </a:t>
            </a:r>
          </a:p>
        </p:txBody>
      </p:sp>
    </p:spTree>
    <p:extLst>
      <p:ext uri="{BB962C8B-B14F-4D97-AF65-F5344CB8AC3E}">
        <p14:creationId xmlns:p14="http://schemas.microsoft.com/office/powerpoint/2010/main" val="937450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951603-7F69-CDCD-81F6-61BD08187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Finance - Fraud Detection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E0F8E35-1FD6-381C-E368-E759D1737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216" y="2021217"/>
            <a:ext cx="10515600" cy="460380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Finance - Fraud Detection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Rising instances of credit card fraud.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data science for real-time fraud detection.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 from transaction records.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techniques to identify suspicious activity.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 system using machine learning models.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Decreased fraudulent transactions by 30%, saved millions in potential losses.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26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72556E-AD46-61A2-159D-5ACE9329C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3: Marketing - Customer Segmentation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8FC0ED-BE76-D6A3-CA3A-4F14B8F7E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4606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Marketing - Customer Segmentation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Ineffective targeted marketing campaigns.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Using data science for customer segmentation.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customer interactions and purchase history.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algorithms to segment customers based on behavior.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marketing strategies for each segment.</a:t>
            </a:r>
          </a:p>
          <a:p>
            <a:pPr marL="0" indent="0">
              <a:buNone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Increased marketing ROI by 25%, improved customer engagement.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966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6B3CFE-2143-885C-91BC-D058592B9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4: Retail - Inventory Optimization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2C1343-FA8B-0AC5-4B01-66E091BC8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Retail - Inventory Optimization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Overstock and stockouts affecting profitability.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science for demand forecasting and inventory optimization.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sales, market trends, and supply chain.</a:t>
            </a: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series analysis for accurate demand forecasting.</a:t>
            </a:r>
          </a:p>
          <a:p>
            <a:pPr marL="457200" lvl="1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algorithms for inventory management.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Reduced overstock by 15%, minimized stockouts by 20%, increased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68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C84BE5-3623-5A2C-9D4D-2C2A7ACC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5: Technology - Recommendation Systems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E4B1EA-BFC8-97F7-2FAD-120D1E7E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Technology - Recommendation Systems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 user engagement on a content platform.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a recommendation system.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user interactions and preferences.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and content-based filtering techniques.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to provide personalized recommendations.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Increased user engagement by 40%, improved user satisfaction.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738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987A426-4D13-62BA-B604-CE76951E92D8}"/>
              </a:ext>
            </a:extLst>
          </p:cNvPr>
          <p:cNvSpPr txBox="1"/>
          <p:nvPr/>
        </p:nvSpPr>
        <p:spPr>
          <a:xfrm>
            <a:off x="1710813" y="1927122"/>
            <a:ext cx="87703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         </a:t>
            </a:r>
          </a:p>
          <a:p>
            <a:pPr algn="ctr"/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                DATA SCIENCE!!</a:t>
            </a:r>
          </a:p>
        </p:txBody>
      </p:sp>
    </p:spTree>
    <p:extLst>
      <p:ext uri="{BB962C8B-B14F-4D97-AF65-F5344CB8AC3E}">
        <p14:creationId xmlns:p14="http://schemas.microsoft.com/office/powerpoint/2010/main" val="122821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2FA98E-43E4-BE30-C5D9-0E279C3F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8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is Big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881D0D-134D-77CB-FE77-6A5AF9FE6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8" y="1324180"/>
            <a:ext cx="10515600" cy="632439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/>
              <a:t>Big Data</a:t>
            </a:r>
            <a:r>
              <a:rPr lang="en-US" sz="1800" dirty="0"/>
              <a:t> refers to extremely large and complex datasets that are beyond the ability of traditional data processing tools to capture, store, manage, and analyze </a:t>
            </a:r>
            <a:r>
              <a:rPr lang="en-US" sz="1800" dirty="0" smtClean="0"/>
              <a:t>efficiently.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614DC0F-7DC1-1BDF-4931-E1CB37E3D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530" y="2805112"/>
            <a:ext cx="5216012" cy="408500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0C3698A5-F933-7684-A4EC-EBF7A50C9E3B}"/>
              </a:ext>
            </a:extLst>
          </p:cNvPr>
          <p:cNvSpPr txBox="1">
            <a:spLocks/>
          </p:cNvSpPr>
          <p:nvPr/>
        </p:nvSpPr>
        <p:spPr>
          <a:xfrm>
            <a:off x="651388" y="16685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Big Data?</a:t>
            </a:r>
          </a:p>
        </p:txBody>
      </p:sp>
    </p:spTree>
    <p:extLst>
      <p:ext uri="{BB962C8B-B14F-4D97-AF65-F5344CB8AC3E}">
        <p14:creationId xmlns:p14="http://schemas.microsoft.com/office/powerpoint/2010/main" val="235111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1F1B30-6C50-A956-4B20-E63EB298C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Big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A52740E-3F5D-396D-0F24-DC8DFDFA39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6354" y="1574852"/>
            <a:ext cx="8868697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Better decision-making processes through analytics.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Improved operational efficiency.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Drives innovation and new product development. </a:t>
            </a:r>
          </a:p>
        </p:txBody>
      </p:sp>
    </p:spTree>
    <p:extLst>
      <p:ext uri="{BB962C8B-B14F-4D97-AF65-F5344CB8AC3E}">
        <p14:creationId xmlns:p14="http://schemas.microsoft.com/office/powerpoint/2010/main" val="46178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F659D1-D98C-1CF1-53CE-F246C950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7CA018-0F7E-5F0A-F598-650345BF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media,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transactional data,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data,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machine-generated data, etc.</a:t>
            </a:r>
          </a:p>
        </p:txBody>
      </p:sp>
    </p:spTree>
    <p:extLst>
      <p:ext uri="{BB962C8B-B14F-4D97-AF65-F5344CB8AC3E}">
        <p14:creationId xmlns:p14="http://schemas.microsoft.com/office/powerpoint/2010/main" val="107206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DA2AE9-6938-A4BE-E939-5CF0D74F0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5986722-EEBA-D8A7-2ADC-66A78BCA56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7528" y="1813174"/>
            <a:ext cx="575670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Hadoop: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Framework for distributed storage and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Fast data processing engine.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NoSQL Databases: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MongoDB, Cassandra, etc.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Snowflake, Redshift </a:t>
            </a:r>
          </a:p>
        </p:txBody>
      </p:sp>
    </p:spTree>
    <p:extLst>
      <p:ext uri="{BB962C8B-B14F-4D97-AF65-F5344CB8AC3E}">
        <p14:creationId xmlns:p14="http://schemas.microsoft.com/office/powerpoint/2010/main" val="2240599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27FFCB-6B1B-8A11-71E8-A9D80EE97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5" y="355293"/>
            <a:ext cx="10390239" cy="101139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4F0385-7369-D727-75C7-52186F489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refers to the systematic processing and analysis of large amounts of data and complex data sets, known as big data, to extract valuable insights. 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allows for the uncovering of trends, patterns and correlations in large amounts of raw data to help analysts make data-informed decisions. 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allows organizations to leverage the exponentially growing data generated from diverse sources, including internet-of-things (IoT) sensors, social media, financial transactions and smart devices to derive actionable intelligence through advanced analytic techniques.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40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094C79-4721-3328-5FA7-A055A59B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218"/>
            <a:ext cx="10515600" cy="4351338"/>
          </a:xfrm>
        </p:spPr>
        <p:txBody>
          <a:bodyPr/>
          <a:lstStyle/>
          <a:p>
            <a:pPr fontAlgn="base"/>
            <a:r>
              <a:rPr lang="en-US" sz="2400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Descriptive Analytics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en-US" sz="2400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"What happened?" Uses historical data to understand past events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fontAlgn="base"/>
            <a:r>
              <a:rPr lang="en-US" sz="2400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Analytics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en-US" sz="2400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"Why did it happen?" Identifies causes behind outcomes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fontAlgn="base"/>
            <a:r>
              <a:rPr lang="en-US" sz="2400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en-US" sz="2400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"What will happen?" Uses statistical models and forecasts to predict future events</a:t>
            </a:r>
            <a:r>
              <a:rPr lang="en-US" sz="2400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fontAlgn="base"/>
            <a:r>
              <a:rPr lang="en-US" sz="2400" b="1" i="0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en-US" sz="2400" b="0" i="1" u="none" strike="noStrike" dirty="0">
                <a:solidFill>
                  <a:srgbClr val="4040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"How can we make it happen?" Recommends actions based on data</a:t>
            </a:r>
            <a:endParaRPr lang="en-US" sz="2400" b="0" i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22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5BA4CF8C-7FBF-631E-3DC0-44F7F358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374" y="1066369"/>
            <a:ext cx="6312310" cy="56048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9994B20-F799-0F64-2229-1F3758166D15}"/>
              </a:ext>
            </a:extLst>
          </p:cNvPr>
          <p:cNvSpPr txBox="1"/>
          <p:nvPr/>
        </p:nvSpPr>
        <p:spPr>
          <a:xfrm>
            <a:off x="1061883" y="285136"/>
            <a:ext cx="10333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Big Data, Data Science and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237383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58E70CA-63D7-AA3C-C17D-69DEC46C82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2"/>
          <a:stretch/>
        </p:blipFill>
        <p:spPr>
          <a:xfrm>
            <a:off x="3313471" y="676742"/>
            <a:ext cx="4633415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77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136197FD-544D-6907-23D6-65010F632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269383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Datafication?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xmlns="" id="{322CC1B0-4A28-06C9-5C95-B1F6618D1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32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D5FB94-E571-ED19-B3FA-8B47846D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116519"/>
            <a:ext cx="10058400" cy="1450757"/>
          </a:xfrm>
        </p:spPr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077BBE-DBBB-8494-A8A2-DD3548F69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126498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Datafication refers to the process where daily interactions of living things can be rendered into a data format and put to social use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Datafication is the process of converting an organization into a data-driven enterprise using a variety of tools, technologies, and techniques.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Datafication refers to the fact that This transformation involves collecting, measuring, and analyzing data from different sources, including social interactions, physical movements, business processes, and more.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then used to inform decision-making, optimize processes, and create new products or services.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37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5D77A1-C3F2-AB18-87F5-8A55FC5E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91591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111C6CD-6B9E-CF2A-7149-5C65B2513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take social media platforms like Facebook or Instagram as an example.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gather and monitor data about friendships to market goods and services to us and provide surveillance services to organizations, which in turn alters our behavior.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see daily promotions on these platforms as a result of the monitored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datafication to inform content rather than recommendation systems, this model uses data to redefine how content is created.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677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D4E990-AE9F-39DE-2717-A07FB9800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99745"/>
          </a:xfrm>
        </p:spPr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9CA94A-191B-1DB1-5D1F-37327E925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8296"/>
            <a:ext cx="10058400" cy="4010797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industries, though, do actively use the datafication process.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used in insurance to update business models and risk profiles.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used to determine a person's creditworthiness and likelihood of repaying a loan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8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F7894F-24CA-ACF6-8CD0-CC5E46DA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106" y="-96855"/>
            <a:ext cx="10058400" cy="1450757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Datafication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2E83FC-96D1-2C98-2F79-93169BA13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106" y="2130869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Decision-Making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 lead to more informed decisions.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Streamlining processes and reducing costs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Growth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products, services, and business models.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Tailoring experiences and offerings to individual preferences.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9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BFA1F0-7F48-F58E-4726-CA38CBC2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367706"/>
          </a:xfrm>
        </p:spPr>
        <p:txBody>
          <a:bodyPr/>
          <a:lstStyle/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Sets for Data Science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9EEA9B8-436E-D4E1-5F4C-819ECD62DA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49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F0843A-F2A3-E8EF-4E38-0782E8B4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9C3377-089B-F1DB-F82A-2DFF9BAA7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 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for data analysis, machine learning, and visualization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Preferred for statistical analysis and graphical representation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managing and querying relational databases.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and Analysis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library for data manipulation and analysis.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for numerical computing in Python.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tool for data analysis and visualization.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16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1EF178-49B3-3C13-B2D5-F5CEBE90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964" y="330878"/>
            <a:ext cx="10058400" cy="1163625"/>
          </a:xfrm>
        </p:spPr>
        <p:txBody>
          <a:bodyPr>
            <a:normAutofit fontScale="90000"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AI</a:t>
            </a: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17F8E8-56BA-7C1D-2011-C2672FA1A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Algorithms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Regression, classification.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Clustering, dimensionality reduction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Algorithms for decision-making.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and Libraries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library in Python.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platform for machine learning and AI.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Keras: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neural networks API.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99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63A8C6-E25E-2AA9-4721-46F23520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719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743D82-B9BC-EB74-CBB2-5ACA4063F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Libraries</a:t>
            </a:r>
          </a:p>
          <a:p>
            <a:pPr marL="0" indent="0"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Plotting library in Python.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data visualization library in Python.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and data visualization tool.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tool for interactive data visualization.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71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62743F-70D8-C057-6D54-370B5EED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293" y="0"/>
            <a:ext cx="10058400" cy="14507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6003D8-4F54-1658-B308-C9442FBE1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SQL, NoSQL.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ETL Processes: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Extract, transform, load data workflows.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Technologies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distributed storage and processing.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for big data processing.</a:t>
            </a:r>
          </a:p>
          <a:p>
            <a:pPr marL="384048" lvl="2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AWS, Google Cloud, Microsoft Azure: Cloud-based data services and tools.</a:t>
            </a:r>
          </a:p>
        </p:txBody>
      </p:sp>
    </p:spTree>
    <p:extLst>
      <p:ext uri="{BB962C8B-B14F-4D97-AF65-F5344CB8AC3E}">
        <p14:creationId xmlns:p14="http://schemas.microsoft.com/office/powerpoint/2010/main" val="187862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3939D0-775E-6A73-2A6D-74617106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9973843" cy="111941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and Domain Knowledge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35C2EA8-576C-DDD6-975A-1B0331B9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Business Context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business problems into data science projects.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findings to non-technical stakeholders.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Expertise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Specializing in a particular industry: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healthcare, finance, retail, etc.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domain knowledge to enhance data analysis and insights.</a:t>
            </a:r>
          </a:p>
        </p:txBody>
      </p:sp>
    </p:spTree>
    <p:extLst>
      <p:ext uri="{BB962C8B-B14F-4D97-AF65-F5344CB8AC3E}">
        <p14:creationId xmlns:p14="http://schemas.microsoft.com/office/powerpoint/2010/main" val="297957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15143A-30A3-4B18-CB59-788768E4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4890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3D9307-8EE6-1D47-A67A-7B0A67081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Presenting complex data insights in a clear and compelling manner.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reports and documentation for varied audiences.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effectively in multidisciplinary teams.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Collaborating with data engineers, analysts, business stakeholders.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 and Problem-Solving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problems from multiple perspectives.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innovative solutions and hypotheses.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30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6C7AA9-27BB-0F6A-586B-9B58EEE7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45075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Learning and Adaptability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6820A2-6472-A631-1C45-934C056F4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Keeping Up-to-Date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the latest research, trends, and technologies in data science.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Engaging in continuous learning through courses, conferences, and workshops.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open to new tools, methodologies, and challenges.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the evolving demands of the field.</a:t>
            </a:r>
          </a:p>
        </p:txBody>
      </p:sp>
    </p:spTree>
    <p:extLst>
      <p:ext uri="{BB962C8B-B14F-4D97-AF65-F5344CB8AC3E}">
        <p14:creationId xmlns:p14="http://schemas.microsoft.com/office/powerpoint/2010/main" val="126349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6101483-A4FD-BF0A-58BF-26B9A9314B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2" y="196645"/>
            <a:ext cx="10836122" cy="6095319"/>
          </a:xfrm>
        </p:spPr>
      </p:pic>
    </p:spTree>
    <p:extLst>
      <p:ext uri="{BB962C8B-B14F-4D97-AF65-F5344CB8AC3E}">
        <p14:creationId xmlns:p14="http://schemas.microsoft.com/office/powerpoint/2010/main" val="113065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2683</TotalTime>
  <Words>1363</Words>
  <Application>Microsoft Office PowerPoint</Application>
  <PresentationFormat>Widescreen</PresentationFormat>
  <Paragraphs>222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Wingdings</vt:lpstr>
      <vt:lpstr>Retrospect</vt:lpstr>
      <vt:lpstr>INTRODUCTION OF  DATA SCIENCE</vt:lpstr>
      <vt:lpstr>PowerPoint Presentation</vt:lpstr>
      <vt:lpstr>PowerPoint Presentation</vt:lpstr>
      <vt:lpstr>PowerPoint Presentation</vt:lpstr>
      <vt:lpstr>Importance of Data Science</vt:lpstr>
      <vt:lpstr>Data Science Process</vt:lpstr>
      <vt:lpstr>Top 7 Data Science Tools </vt:lpstr>
      <vt:lpstr> Applications of Data Science</vt:lpstr>
      <vt:lpstr>Data Science Case Studies</vt:lpstr>
      <vt:lpstr>Case Study 1: Healthcare - Predictive Diagnostics</vt:lpstr>
      <vt:lpstr>Case Study 2: Finance - Fraud Detection</vt:lpstr>
      <vt:lpstr>Case Study 3: Marketing - Customer Segmentation</vt:lpstr>
      <vt:lpstr>Case Study 4: Retail - Inventory Optimization</vt:lpstr>
      <vt:lpstr>Case Study 5: Technology - Recommendation Systems</vt:lpstr>
      <vt:lpstr>PowerPoint Presentation</vt:lpstr>
      <vt:lpstr>Introduction is Big Data?</vt:lpstr>
      <vt:lpstr>The Importance of Big Data</vt:lpstr>
      <vt:lpstr>Sources of Big Data</vt:lpstr>
      <vt:lpstr>Big Data Technologies</vt:lpstr>
      <vt:lpstr>Big Data Analytics</vt:lpstr>
      <vt:lpstr>PowerPoint Presentation</vt:lpstr>
      <vt:lpstr>PowerPoint Presentation</vt:lpstr>
      <vt:lpstr>PowerPoint Presentation</vt:lpstr>
      <vt:lpstr>Datafication?</vt:lpstr>
      <vt:lpstr>What is Datafication?</vt:lpstr>
      <vt:lpstr>Examples</vt:lpstr>
      <vt:lpstr>Examples</vt:lpstr>
      <vt:lpstr>Benefits of Datafication</vt:lpstr>
      <vt:lpstr>Skill Sets for Data Science</vt:lpstr>
      <vt:lpstr>Core Technical Skills</vt:lpstr>
      <vt:lpstr>Machine Learning and AI </vt:lpstr>
      <vt:lpstr>Data Visualization</vt:lpstr>
      <vt:lpstr>Data Engineering Skills</vt:lpstr>
      <vt:lpstr>Business and Domain Knowledge</vt:lpstr>
      <vt:lpstr>Soft Skills</vt:lpstr>
      <vt:lpstr>Continuous Learning and Adaptability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OF  DATA SCIENCE</dc:title>
  <dc:creator>Rashmi Sharma</dc:creator>
  <cp:lastModifiedBy>hp</cp:lastModifiedBy>
  <cp:revision>28</cp:revision>
  <dcterms:created xsi:type="dcterms:W3CDTF">2024-07-02T14:19:15Z</dcterms:created>
  <dcterms:modified xsi:type="dcterms:W3CDTF">2025-07-10T07:45:04Z</dcterms:modified>
</cp:coreProperties>
</file>