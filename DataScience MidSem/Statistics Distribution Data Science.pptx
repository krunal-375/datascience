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Distribution in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types, meaning, and importance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Distribution?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Distribution shows how values are spread or arranged.</a:t>
            </a:r>
          </a:p>
          <a:p>
            <a:r>
              <a:t>• It can be in terms of frequency or probability.</a:t>
            </a:r>
          </a:p>
          <a:p>
            <a:r>
              <a:t>• Helps us understand the behavior of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Distribution: Spread of actual data points.</a:t>
            </a:r>
          </a:p>
          <a:p>
            <a:r>
              <a:t>• Probability Distribution: Likelihood of outcomes.</a:t>
            </a:r>
          </a:p>
          <a:p>
            <a:r>
              <a:t>• Frequency Distribution: How often each value appears.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Distributions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475530"/>
              </p:ext>
            </p:extLst>
          </p:nvPr>
        </p:nvGraphicFramePr>
        <p:xfrm>
          <a:off x="457200" y="1540605"/>
          <a:ext cx="822960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Normal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Bell-shaped, symmetric; most values near the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Heights of people, IQ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Uniform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outcomes equally 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Rolling a fair die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Skewed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Asymmetric; data tails off to one 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Income distribution (often right-skewed)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Binomial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 number of trials, two outcomes (success/failure)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Coin tosses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Poisson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Counts events over time/space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emails per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Exponential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between events in a Poisson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 between bus arrivals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154044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Distributions: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Histogram – Bars show frequency.</a:t>
            </a:r>
          </a:p>
          <a:p>
            <a:r>
              <a:t>• Probability Curve – Graph showing likelihood.</a:t>
            </a:r>
          </a:p>
          <a:p>
            <a:r>
              <a:t>• Used to visualize shape and spread of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Understands data behavior.</a:t>
            </a:r>
          </a:p>
          <a:p>
            <a:r>
              <a:t>• Helps in selecting correct statistical tests.</a:t>
            </a:r>
          </a:p>
          <a:p>
            <a:r>
              <a:t>• Important for data science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219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Distribution in Statistics</vt:lpstr>
      <vt:lpstr>What is Distribution?</vt:lpstr>
      <vt:lpstr>Key Concepts</vt:lpstr>
      <vt:lpstr>Types of Distributions</vt:lpstr>
      <vt:lpstr>Visual Representation</vt:lpstr>
      <vt:lpstr>Why It Matters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 in Statistics</dc:title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2025-07-13T05:25:35Z</dcterms:modified>
  <cp:category/>
</cp:coreProperties>
</file>